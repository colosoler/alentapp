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Desarrollo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onsola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Imagen API</c:v>
                </c:pt>
                <c:pt idx="1">
                  <c:v>Imagen Web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1650</c:v>
                </c:pt>
                <c:pt idx="1">
                  <c:v>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24-48F0-888A-C008173E5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Producción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onsola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Imagen API</c:v>
                </c:pt>
                <c:pt idx="1">
                  <c:v>Imagen Web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393</c:v>
                </c:pt>
                <c:pt idx="1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24-48F0-888A-C008173E5D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MB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040880" y="0"/>
            <a:ext cx="2743200" cy="2743200"/>
          </a:xfrm>
          <a:prstGeom prst="roundRect">
            <a:avLst>
              <a:gd name="adj" fmla="val 6667"/>
            </a:avLst>
          </a:prstGeom>
          <a:solidFill>
            <a:srgbClr val="16395A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7772400" y="2834640"/>
            <a:ext cx="2011680" cy="2011680"/>
          </a:xfrm>
          <a:prstGeom prst="roundRect">
            <a:avLst>
              <a:gd name="adj" fmla="val 8182"/>
            </a:avLst>
          </a:prstGeom>
          <a:solidFill>
            <a:srgbClr val="0D9488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Y CALIDAD DE SOFTWARE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80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Preparando para Producción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— Docker productivo y Observabilidad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 AlentApp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Coloma · Lucas Modernell · Shiroma Hajime · Tomás Rosato · Tomás Soler · Mariano Salas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desafío: de desarrollo a producción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corría en modo desarrollo: imágenes enormes, ejecutándose como root y con servidores de hot-reload. El objetivo de esta actividad fue dejarla lista para producción en dos frentes: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productivo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→ imágenes chicas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no-root, filesystem read-only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sirve el frontend, secretos en .env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25146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76072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32918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instrumenta la API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RED (Rate, Errors, Duration)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para visualizar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final del sistema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Navegador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03120" y="1901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2494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4B8A6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600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24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· nginx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 + proxy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51960" y="1901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22494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600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· Fastify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no-root · 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1901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2494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600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· PostgreSQL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0" y="2423160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7200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:9464 /metrics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14600" y="32004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6395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 :9464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51960" y="35021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60520" y="38496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TSDB :9090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0" y="35021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38496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32004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:3001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entrada pública: nginx en :8080.  La API, la base de datos y la observabilidad viven en una red interna aislada (alentapp_prod_net).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y después: tamaño y startup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463040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46304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−76%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205472" y="1627632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146304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API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 GB → 393 MB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77840" y="2395728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395728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−92%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205472" y="2560320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2395728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Web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 MB → 64 MB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77840" y="3328416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15000" y="3328416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s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7205472" y="3493008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332841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del stack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hasta healthy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57784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TP: reducir ≥ 70 %.  ✓ Cumplido con multi-stage builds.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LOGRAMOS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builds + nginx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solo dependencias de producción (npm ci --omit=dev).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36392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02152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463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85032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TypeScript y genera el cliente Prisma / build de Vite.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89904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55664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4630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639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55664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38544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artefactos finales: sin devDependencies ni herramientas de build.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0E2436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5204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no usa Node en producción: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sirve los archivos estáticos del build de Vite, con gzip, cache de assets y security headers, y actúa como reverse-proxy de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hacia la API.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Defensa en profundidad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0934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Usuario no-root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99339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corre como 'node', no como root: menor impacto si lo comprometen.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463040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483864" y="160934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Filesystem read-only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83864" y="199339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 + tmpfs: el contenedor no puede ser modificado en runtime.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1463040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60934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mínimas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63056" y="199339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cap_drop: ALL + no-new-privileges: se quitan permisos del kernel innecesarios.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35808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1821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Secretos en .env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356616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fuera del código y del control de versiones; 0 hardcodeadas.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3035808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3035808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483864" y="31821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no expuesta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83864" y="356616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solo es accesible por la red interna, sin puerto al host.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07024" y="3035808"/>
            <a:ext cx="25694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07024" y="3035808"/>
            <a:ext cx="82296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163056" y="31821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Healthchecks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63056" y="356616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reinicia el servicio si deja de responder; arranque ordenado.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RED — 6 paneles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(OpenTelemetry)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:9464 → Prometheus → Grafana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Requests por segundo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414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(Rate)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7830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965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Tasa de error 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24414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4xx/5xx (Errors)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7024" y="17830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9904" y="1965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Latencia p95 / p99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9904" y="24414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(Duration)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Por status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8130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respuestas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31546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10712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Memoria del proceso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38130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recursos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07024" y="315468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9904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Endpoints más lentos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9904" y="38130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Cuellos de botella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Verificado: los 6 paneles responden al tráfico real y la tasa de error refleja los 4xx/5xx generados.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4389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314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RED en acción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stack: 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docker-compose.prod.yml up -d</a:t>
            </a:r>
            <a:endParaRPr lang="en-US" sz="14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tráfico contra la API (incluyendo errores 4xx)</a:t>
            </a:r>
            <a:endParaRPr lang="en-US" sz="14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Grafana en  </a:t>
            </a: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http://localhost:3001</a:t>
            </a:r>
            <a:endParaRPr lang="en-US" sz="14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los 6 paneles respondiendo en tiempo real</a:t>
            </a:r>
            <a:endParaRPr lang="en-US" sz="14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pico en "Tasa de error %" tras los 4xx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0" y="2697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CBD5E1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A84F41F-7496-D1BC-9BED-59765054F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566" y="1416014"/>
            <a:ext cx="3997234" cy="3288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más difícil y qué cambiaríamos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más difícil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package-lock.json desincronizado con las deps de OpenTelemetry → el build fallaba.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solo aparecen en producción: el build usa tsc (estricto), pero dev usa tsx (sin type-check).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rompía el arranque (la API escribe en /uploads) → se resolvió con un volumen.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el trabajo en paralelo entre integrantes y ramas.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E2436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cambiaríamos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base distroless para la API (quitar npm del runtime y reducir aún más el tamaño).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de Prisma como servicio automático en el compose, no como paso manual.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+ OpenTelemetry Collector en lugar del exporter Prometheus directo.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 (CI) que corra los tests y el build antes de cada merge.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AlentApp · Actividad 4 — Preparando para Producción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223760" y="3108960"/>
            <a:ext cx="2377440" cy="2377440"/>
          </a:xfrm>
          <a:prstGeom prst="roundRect">
            <a:avLst>
              <a:gd name="adj" fmla="val 7692"/>
            </a:avLst>
          </a:prstGeom>
          <a:solidFill>
            <a:srgbClr val="0D9488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sistema productivo, seguro y observable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−76 % (API) y −92 % (Web) con multi-stage builds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capas: no-root, read-only, capabilities mínimas, secretos en .env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RED end-to-end: OpenTelemetry → Prometheus → Grafana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657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que levanta de cero, queda healthy en 22 s y es funcional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  ¿Preguntas?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910</Words>
  <Application>Microsoft Office PowerPoint</Application>
  <PresentationFormat>Presentación en pantalla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4 - Preparando para Producción</dc:title>
  <dc:subject>PptxGenJS Presentation</dc:subject>
  <dc:creator>Grupo AlentApp</dc:creator>
  <cp:lastModifiedBy>Tomas Gregorio Soler</cp:lastModifiedBy>
  <cp:revision>2</cp:revision>
  <dcterms:created xsi:type="dcterms:W3CDTF">2026-06-07T21:30:07Z</dcterms:created>
  <dcterms:modified xsi:type="dcterms:W3CDTF">2026-06-07T21:47:13Z</dcterms:modified>
</cp:coreProperties>
</file>